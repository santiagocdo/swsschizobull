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5FAB43-AC81-4D30-BBBF-B325B3AF1635}" v="48" dt="2025-09-12T15:11:45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93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tiello de Obeso, Santiago" userId="b4fc0b8e-1f0e-417a-8aad-015961d2398a" providerId="ADAL" clId="{C25FAB43-AC81-4D30-BBBF-B325B3AF1635}"/>
    <pc:docChg chg="undo custSel modSld modMainMaster">
      <pc:chgData name="Castiello de Obeso, Santiago" userId="b4fc0b8e-1f0e-417a-8aad-015961d2398a" providerId="ADAL" clId="{C25FAB43-AC81-4D30-BBBF-B325B3AF1635}" dt="2025-09-12T15:11:46.616" v="1161" actId="21"/>
      <pc:docMkLst>
        <pc:docMk/>
      </pc:docMkLst>
      <pc:sldChg chg="addSp delSp modSp mod">
        <pc:chgData name="Castiello de Obeso, Santiago" userId="b4fc0b8e-1f0e-417a-8aad-015961d2398a" providerId="ADAL" clId="{C25FAB43-AC81-4D30-BBBF-B325B3AF1635}" dt="2025-09-12T15:11:46.616" v="1161" actId="21"/>
        <pc:sldMkLst>
          <pc:docMk/>
          <pc:sldMk cId="168187838" sldId="256"/>
        </pc:sldMkLst>
        <pc:spChg chg="add mod">
          <ac:chgData name="Castiello de Obeso, Santiago" userId="b4fc0b8e-1f0e-417a-8aad-015961d2398a" providerId="ADAL" clId="{C25FAB43-AC81-4D30-BBBF-B325B3AF1635}" dt="2025-08-21T21:11:16.608" v="1106" actId="1036"/>
          <ac:spMkLst>
            <pc:docMk/>
            <pc:sldMk cId="168187838" sldId="256"/>
            <ac:spMk id="4" creationId="{F9F36187-32C1-4B57-5E4F-EC306D8DFA5C}"/>
          </ac:spMkLst>
        </pc:spChg>
        <pc:spChg chg="mod">
          <ac:chgData name="Castiello de Obeso, Santiago" userId="b4fc0b8e-1f0e-417a-8aad-015961d2398a" providerId="ADAL" clId="{C25FAB43-AC81-4D30-BBBF-B325B3AF1635}" dt="2025-08-20T14:44:28.016" v="59" actId="1036"/>
          <ac:spMkLst>
            <pc:docMk/>
            <pc:sldMk cId="168187838" sldId="256"/>
            <ac:spMk id="7" creationId="{74E5D6B9-E79C-E293-AC8B-37AC6538321E}"/>
          </ac:spMkLst>
        </pc:spChg>
        <pc:spChg chg="add del mod ord">
          <ac:chgData name="Castiello de Obeso, Santiago" userId="b4fc0b8e-1f0e-417a-8aad-015961d2398a" providerId="ADAL" clId="{C25FAB43-AC81-4D30-BBBF-B325B3AF1635}" dt="2025-08-20T15:38:14.845" v="861" actId="207"/>
          <ac:spMkLst>
            <pc:docMk/>
            <pc:sldMk cId="168187838" sldId="256"/>
            <ac:spMk id="8" creationId="{E9ED3934-FB7E-E7A4-2820-4C80F76E0C1C}"/>
          </ac:spMkLst>
        </pc:spChg>
        <pc:spChg chg="mod">
          <ac:chgData name="Castiello de Obeso, Santiago" userId="b4fc0b8e-1f0e-417a-8aad-015961d2398a" providerId="ADAL" clId="{C25FAB43-AC81-4D30-BBBF-B325B3AF1635}" dt="2025-08-21T21:11:16.608" v="1106" actId="1036"/>
          <ac:spMkLst>
            <pc:docMk/>
            <pc:sldMk cId="168187838" sldId="256"/>
            <ac:spMk id="12" creationId="{2FC66EF0-D4F9-6A08-0632-33E878A78F68}"/>
          </ac:spMkLst>
        </pc:spChg>
        <pc:spChg chg="mod">
          <ac:chgData name="Castiello de Obeso, Santiago" userId="b4fc0b8e-1f0e-417a-8aad-015961d2398a" providerId="ADAL" clId="{C25FAB43-AC81-4D30-BBBF-B325B3AF1635}" dt="2025-08-21T21:11:16.608" v="1106" actId="1036"/>
          <ac:spMkLst>
            <pc:docMk/>
            <pc:sldMk cId="168187838" sldId="256"/>
            <ac:spMk id="13" creationId="{4F9899F1-A9B9-457E-3C85-0DC05E56D8F1}"/>
          </ac:spMkLst>
        </pc:spChg>
        <pc:spChg chg="add mod">
          <ac:chgData name="Castiello de Obeso, Santiago" userId="b4fc0b8e-1f0e-417a-8aad-015961d2398a" providerId="ADAL" clId="{C25FAB43-AC81-4D30-BBBF-B325B3AF1635}" dt="2025-08-20T15:31:35.433" v="494" actId="1076"/>
          <ac:spMkLst>
            <pc:docMk/>
            <pc:sldMk cId="168187838" sldId="256"/>
            <ac:spMk id="14" creationId="{7C3E248B-7D20-0675-3816-AE14E231FD00}"/>
          </ac:spMkLst>
        </pc:spChg>
        <pc:spChg chg="mod">
          <ac:chgData name="Castiello de Obeso, Santiago" userId="b4fc0b8e-1f0e-417a-8aad-015961d2398a" providerId="ADAL" clId="{C25FAB43-AC81-4D30-BBBF-B325B3AF1635}" dt="2025-08-20T14:41:10.862" v="1" actId="1076"/>
          <ac:spMkLst>
            <pc:docMk/>
            <pc:sldMk cId="168187838" sldId="256"/>
            <ac:spMk id="20" creationId="{073D31ED-6C6D-8DD9-B4F3-5E0028134D3F}"/>
          </ac:spMkLst>
        </pc:spChg>
        <pc:spChg chg="mod">
          <ac:chgData name="Castiello de Obeso, Santiago" userId="b4fc0b8e-1f0e-417a-8aad-015961d2398a" providerId="ADAL" clId="{C25FAB43-AC81-4D30-BBBF-B325B3AF1635}" dt="2025-08-21T21:11:16.608" v="1106" actId="1036"/>
          <ac:spMkLst>
            <pc:docMk/>
            <pc:sldMk cId="168187838" sldId="256"/>
            <ac:spMk id="32" creationId="{AE194AEB-5DB6-2002-48F8-CA81443254A9}"/>
          </ac:spMkLst>
        </pc:spChg>
        <pc:spChg chg="add mod topLvl">
          <ac:chgData name="Castiello de Obeso, Santiago" userId="b4fc0b8e-1f0e-417a-8aad-015961d2398a" providerId="ADAL" clId="{C25FAB43-AC81-4D30-BBBF-B325B3AF1635}" dt="2025-08-20T16:25:43.379" v="1102" actId="165"/>
          <ac:spMkLst>
            <pc:docMk/>
            <pc:sldMk cId="168187838" sldId="256"/>
            <ac:spMk id="33" creationId="{1F546FF0-5771-730B-76B1-964D1D267A94}"/>
          </ac:spMkLst>
        </pc:spChg>
        <pc:spChg chg="add mod topLvl">
          <ac:chgData name="Castiello de Obeso, Santiago" userId="b4fc0b8e-1f0e-417a-8aad-015961d2398a" providerId="ADAL" clId="{C25FAB43-AC81-4D30-BBBF-B325B3AF1635}" dt="2025-08-20T16:25:43.379" v="1102" actId="165"/>
          <ac:spMkLst>
            <pc:docMk/>
            <pc:sldMk cId="168187838" sldId="256"/>
            <ac:spMk id="34" creationId="{1FB4B392-1988-F20D-1B86-0D9C5A701D80}"/>
          </ac:spMkLst>
        </pc:spChg>
        <pc:spChg chg="add mod topLvl">
          <ac:chgData name="Castiello de Obeso, Santiago" userId="b4fc0b8e-1f0e-417a-8aad-015961d2398a" providerId="ADAL" clId="{C25FAB43-AC81-4D30-BBBF-B325B3AF1635}" dt="2025-08-20T16:25:43.379" v="1102" actId="165"/>
          <ac:spMkLst>
            <pc:docMk/>
            <pc:sldMk cId="168187838" sldId="256"/>
            <ac:spMk id="37" creationId="{97D3EF65-49C2-8592-8649-52A02108AB5E}"/>
          </ac:spMkLst>
        </pc:spChg>
        <pc:spChg chg="add mod topLvl">
          <ac:chgData name="Castiello de Obeso, Santiago" userId="b4fc0b8e-1f0e-417a-8aad-015961d2398a" providerId="ADAL" clId="{C25FAB43-AC81-4D30-BBBF-B325B3AF1635}" dt="2025-08-20T16:25:43.379" v="1102" actId="165"/>
          <ac:spMkLst>
            <pc:docMk/>
            <pc:sldMk cId="168187838" sldId="256"/>
            <ac:spMk id="40" creationId="{3D9DB228-5B04-D258-E5F6-5CE5336CDB6B}"/>
          </ac:spMkLst>
        </pc:spChg>
        <pc:spChg chg="add mod">
          <ac:chgData name="Castiello de Obeso, Santiago" userId="b4fc0b8e-1f0e-417a-8aad-015961d2398a" providerId="ADAL" clId="{C25FAB43-AC81-4D30-BBBF-B325B3AF1635}" dt="2025-08-20T15:30:20.975" v="467" actId="1076"/>
          <ac:spMkLst>
            <pc:docMk/>
            <pc:sldMk cId="168187838" sldId="256"/>
            <ac:spMk id="51" creationId="{04805A72-02AE-06EC-D359-9C8EFCC4CF50}"/>
          </ac:spMkLst>
        </pc:spChg>
        <pc:spChg chg="add mod">
          <ac:chgData name="Castiello de Obeso, Santiago" userId="b4fc0b8e-1f0e-417a-8aad-015961d2398a" providerId="ADAL" clId="{C25FAB43-AC81-4D30-BBBF-B325B3AF1635}" dt="2025-08-21T21:11:16.608" v="1106" actId="1036"/>
          <ac:spMkLst>
            <pc:docMk/>
            <pc:sldMk cId="168187838" sldId="256"/>
            <ac:spMk id="54" creationId="{A31F7AF1-D900-B5AB-18EA-8BB49A03F6CF}"/>
          </ac:spMkLst>
        </pc:spChg>
        <pc:spChg chg="add mod">
          <ac:chgData name="Castiello de Obeso, Santiago" userId="b4fc0b8e-1f0e-417a-8aad-015961d2398a" providerId="ADAL" clId="{C25FAB43-AC81-4D30-BBBF-B325B3AF1635}" dt="2025-08-20T15:41:54.964" v="965" actId="1035"/>
          <ac:spMkLst>
            <pc:docMk/>
            <pc:sldMk cId="168187838" sldId="256"/>
            <ac:spMk id="56" creationId="{7892E48B-CA6E-D1E0-F18C-E3B30C2AF7C6}"/>
          </ac:spMkLst>
        </pc:spChg>
        <pc:spChg chg="mod">
          <ac:chgData name="Castiello de Obeso, Santiago" userId="b4fc0b8e-1f0e-417a-8aad-015961d2398a" providerId="ADAL" clId="{C25FAB43-AC81-4D30-BBBF-B325B3AF1635}" dt="2025-08-20T14:41:11.752" v="2"/>
          <ac:spMkLst>
            <pc:docMk/>
            <pc:sldMk cId="168187838" sldId="256"/>
            <ac:spMk id="58" creationId="{3122733A-8324-2FBB-CC25-A26C5539236E}"/>
          </ac:spMkLst>
        </pc:spChg>
        <pc:spChg chg="mod">
          <ac:chgData name="Castiello de Obeso, Santiago" userId="b4fc0b8e-1f0e-417a-8aad-015961d2398a" providerId="ADAL" clId="{C25FAB43-AC81-4D30-BBBF-B325B3AF1635}" dt="2025-08-20T14:41:11.752" v="2"/>
          <ac:spMkLst>
            <pc:docMk/>
            <pc:sldMk cId="168187838" sldId="256"/>
            <ac:spMk id="66" creationId="{93D66840-903E-54A9-53F6-C6D2BAD052D5}"/>
          </ac:spMkLst>
        </pc:spChg>
        <pc:spChg chg="mod">
          <ac:chgData name="Castiello de Obeso, Santiago" userId="b4fc0b8e-1f0e-417a-8aad-015961d2398a" providerId="ADAL" clId="{C25FAB43-AC81-4D30-BBBF-B325B3AF1635}" dt="2025-08-21T21:11:16.608" v="1106" actId="1036"/>
          <ac:spMkLst>
            <pc:docMk/>
            <pc:sldMk cId="168187838" sldId="256"/>
            <ac:spMk id="68" creationId="{09E96B43-9F70-3309-49E8-70A9F8D0F128}"/>
          </ac:spMkLst>
        </pc:spChg>
        <pc:spChg chg="mod">
          <ac:chgData name="Castiello de Obeso, Santiago" userId="b4fc0b8e-1f0e-417a-8aad-015961d2398a" providerId="ADAL" clId="{C25FAB43-AC81-4D30-BBBF-B325B3AF1635}" dt="2025-08-21T21:11:16.608" v="1106" actId="1036"/>
          <ac:spMkLst>
            <pc:docMk/>
            <pc:sldMk cId="168187838" sldId="256"/>
            <ac:spMk id="69" creationId="{085C8E0B-DFB6-CF02-7C8D-5F2F090674AD}"/>
          </ac:spMkLst>
        </pc:spChg>
        <pc:spChg chg="mod">
          <ac:chgData name="Castiello de Obeso, Santiago" userId="b4fc0b8e-1f0e-417a-8aad-015961d2398a" providerId="ADAL" clId="{C25FAB43-AC81-4D30-BBBF-B325B3AF1635}" dt="2025-08-21T21:11:16.608" v="1106" actId="1036"/>
          <ac:spMkLst>
            <pc:docMk/>
            <pc:sldMk cId="168187838" sldId="256"/>
            <ac:spMk id="70" creationId="{ECA4396E-F4CD-5D3A-6773-63076CDD3E2D}"/>
          </ac:spMkLst>
        </pc:spChg>
        <pc:spChg chg="mod">
          <ac:chgData name="Castiello de Obeso, Santiago" userId="b4fc0b8e-1f0e-417a-8aad-015961d2398a" providerId="ADAL" clId="{C25FAB43-AC81-4D30-BBBF-B325B3AF1635}" dt="2025-08-20T14:44:28.016" v="59" actId="1036"/>
          <ac:spMkLst>
            <pc:docMk/>
            <pc:sldMk cId="168187838" sldId="256"/>
            <ac:spMk id="71" creationId="{297538E6-658E-3AE5-79CF-108F80BA51E4}"/>
          </ac:spMkLst>
        </pc:spChg>
        <pc:spChg chg="mod">
          <ac:chgData name="Castiello de Obeso, Santiago" userId="b4fc0b8e-1f0e-417a-8aad-015961d2398a" providerId="ADAL" clId="{C25FAB43-AC81-4D30-BBBF-B325B3AF1635}" dt="2025-08-20T14:44:28.016" v="59" actId="1036"/>
          <ac:spMkLst>
            <pc:docMk/>
            <pc:sldMk cId="168187838" sldId="256"/>
            <ac:spMk id="72" creationId="{D06BF91E-ABCC-EA24-E3C5-79F8B334DCBA}"/>
          </ac:spMkLst>
        </pc:spChg>
        <pc:spChg chg="mod">
          <ac:chgData name="Castiello de Obeso, Santiago" userId="b4fc0b8e-1f0e-417a-8aad-015961d2398a" providerId="ADAL" clId="{C25FAB43-AC81-4D30-BBBF-B325B3AF1635}" dt="2025-08-20T14:41:10.862" v="1" actId="1076"/>
          <ac:spMkLst>
            <pc:docMk/>
            <pc:sldMk cId="168187838" sldId="256"/>
            <ac:spMk id="73" creationId="{34477101-3733-7C00-3B7E-14A8B52AA864}"/>
          </ac:spMkLst>
        </pc:spChg>
        <pc:spChg chg="mod">
          <ac:chgData name="Castiello de Obeso, Santiago" userId="b4fc0b8e-1f0e-417a-8aad-015961d2398a" providerId="ADAL" clId="{C25FAB43-AC81-4D30-BBBF-B325B3AF1635}" dt="2025-08-21T21:11:16.608" v="1106" actId="1036"/>
          <ac:spMkLst>
            <pc:docMk/>
            <pc:sldMk cId="168187838" sldId="256"/>
            <ac:spMk id="74" creationId="{C0CD4FB3-BC00-927F-F754-A3251B9C13B0}"/>
          </ac:spMkLst>
        </pc:spChg>
        <pc:spChg chg="mod">
          <ac:chgData name="Castiello de Obeso, Santiago" userId="b4fc0b8e-1f0e-417a-8aad-015961d2398a" providerId="ADAL" clId="{C25FAB43-AC81-4D30-BBBF-B325B3AF1635}" dt="2025-08-20T14:44:28.016" v="59" actId="1036"/>
          <ac:spMkLst>
            <pc:docMk/>
            <pc:sldMk cId="168187838" sldId="256"/>
            <ac:spMk id="75" creationId="{B9F420F5-9897-0236-CA81-BB3B2FDB68F1}"/>
          </ac:spMkLst>
        </pc:spChg>
        <pc:spChg chg="mod">
          <ac:chgData name="Castiello de Obeso, Santiago" userId="b4fc0b8e-1f0e-417a-8aad-015961d2398a" providerId="ADAL" clId="{C25FAB43-AC81-4D30-BBBF-B325B3AF1635}" dt="2025-09-02T14:47:22.895" v="1114" actId="20577"/>
          <ac:spMkLst>
            <pc:docMk/>
            <pc:sldMk cId="168187838" sldId="256"/>
            <ac:spMk id="76" creationId="{20558425-8B36-EB3C-AF0C-72699982A147}"/>
          </ac:spMkLst>
        </pc:spChg>
        <pc:spChg chg="add mod">
          <ac:chgData name="Castiello de Obeso, Santiago" userId="b4fc0b8e-1f0e-417a-8aad-015961d2398a" providerId="ADAL" clId="{C25FAB43-AC81-4D30-BBBF-B325B3AF1635}" dt="2025-09-02T14:47:26.224" v="1121" actId="6549"/>
          <ac:spMkLst>
            <pc:docMk/>
            <pc:sldMk cId="168187838" sldId="256"/>
            <ac:spMk id="77" creationId="{3FD66E4F-24A3-9A31-CD12-66A26A91D802}"/>
          </ac:spMkLst>
        </pc:spChg>
        <pc:spChg chg="add mod">
          <ac:chgData name="Castiello de Obeso, Santiago" userId="b4fc0b8e-1f0e-417a-8aad-015961d2398a" providerId="ADAL" clId="{C25FAB43-AC81-4D30-BBBF-B325B3AF1635}" dt="2025-09-02T22:54:29.415" v="1157" actId="6549"/>
          <ac:spMkLst>
            <pc:docMk/>
            <pc:sldMk cId="168187838" sldId="256"/>
            <ac:spMk id="80" creationId="{320576F3-E2CA-76C9-BF07-E0D053B115FF}"/>
          </ac:spMkLst>
        </pc:spChg>
        <pc:spChg chg="mod">
          <ac:chgData name="Castiello de Obeso, Santiago" userId="b4fc0b8e-1f0e-417a-8aad-015961d2398a" providerId="ADAL" clId="{C25FAB43-AC81-4D30-BBBF-B325B3AF1635}" dt="2025-08-20T14:44:28.016" v="59" actId="1036"/>
          <ac:spMkLst>
            <pc:docMk/>
            <pc:sldMk cId="168187838" sldId="256"/>
            <ac:spMk id="84" creationId="{052F57F2-4866-5CD1-0154-9E1008BAFEC6}"/>
          </ac:spMkLst>
        </pc:spChg>
        <pc:spChg chg="mod">
          <ac:chgData name="Castiello de Obeso, Santiago" userId="b4fc0b8e-1f0e-417a-8aad-015961d2398a" providerId="ADAL" clId="{C25FAB43-AC81-4D30-BBBF-B325B3AF1635}" dt="2025-08-20T14:44:28.016" v="59" actId="1036"/>
          <ac:spMkLst>
            <pc:docMk/>
            <pc:sldMk cId="168187838" sldId="256"/>
            <ac:spMk id="85" creationId="{9E2F3593-AD48-B3B7-0942-AE0637F0D35D}"/>
          </ac:spMkLst>
        </pc:spChg>
        <pc:grpChg chg="add del mod">
          <ac:chgData name="Castiello de Obeso, Santiago" userId="b4fc0b8e-1f0e-417a-8aad-015961d2398a" providerId="ADAL" clId="{C25FAB43-AC81-4D30-BBBF-B325B3AF1635}" dt="2025-08-20T16:25:43.379" v="1102" actId="165"/>
          <ac:grpSpMkLst>
            <pc:docMk/>
            <pc:sldMk cId="168187838" sldId="256"/>
            <ac:grpSpMk id="50" creationId="{1565B875-B632-6534-0AE2-C2320BDB7CE3}"/>
          </ac:grpSpMkLst>
        </pc:grpChg>
        <pc:picChg chg="add del mod">
          <ac:chgData name="Castiello de Obeso, Santiago" userId="b4fc0b8e-1f0e-417a-8aad-015961d2398a" providerId="ADAL" clId="{C25FAB43-AC81-4D30-BBBF-B325B3AF1635}" dt="2025-09-12T15:11:46.616" v="1161" actId="21"/>
          <ac:picMkLst>
            <pc:docMk/>
            <pc:sldMk cId="168187838" sldId="256"/>
            <ac:picMk id="6" creationId="{4ACE5F51-0E90-DA4E-B9A6-237B9225E763}"/>
          </ac:picMkLst>
        </pc:picChg>
        <pc:picChg chg="add mod topLvl">
          <ac:chgData name="Castiello de Obeso, Santiago" userId="b4fc0b8e-1f0e-417a-8aad-015961d2398a" providerId="ADAL" clId="{C25FAB43-AC81-4D30-BBBF-B325B3AF1635}" dt="2025-08-20T16:25:43.379" v="1102" actId="165"/>
          <ac:picMkLst>
            <pc:docMk/>
            <pc:sldMk cId="168187838" sldId="256"/>
            <ac:picMk id="28" creationId="{9E84B8F9-CCB6-5F05-E00F-2DCC0455A7B7}"/>
          </ac:picMkLst>
        </pc:picChg>
        <pc:picChg chg="add mod">
          <ac:chgData name="Castiello de Obeso, Santiago" userId="b4fc0b8e-1f0e-417a-8aad-015961d2398a" providerId="ADAL" clId="{C25FAB43-AC81-4D30-BBBF-B325B3AF1635}" dt="2025-08-20T15:41:54.964" v="965" actId="1035"/>
          <ac:picMkLst>
            <pc:docMk/>
            <pc:sldMk cId="168187838" sldId="256"/>
            <ac:picMk id="55" creationId="{882C2182-7030-2525-6327-032A52C1AF14}"/>
          </ac:picMkLst>
        </pc:picChg>
        <pc:picChg chg="add mod">
          <ac:chgData name="Castiello de Obeso, Santiago" userId="b4fc0b8e-1f0e-417a-8aad-015961d2398a" providerId="ADAL" clId="{C25FAB43-AC81-4D30-BBBF-B325B3AF1635}" dt="2025-08-20T15:41:54.964" v="965" actId="1035"/>
          <ac:picMkLst>
            <pc:docMk/>
            <pc:sldMk cId="168187838" sldId="256"/>
            <ac:picMk id="57" creationId="{DEBA9BFA-795F-82CE-F4ED-AE336734D501}"/>
          </ac:picMkLst>
        </pc:picChg>
        <pc:cxnChg chg="add mod topLvl">
          <ac:chgData name="Castiello de Obeso, Santiago" userId="b4fc0b8e-1f0e-417a-8aad-015961d2398a" providerId="ADAL" clId="{C25FAB43-AC81-4D30-BBBF-B325B3AF1635}" dt="2025-08-20T16:25:43.379" v="1102" actId="165"/>
          <ac:cxnSpMkLst>
            <pc:docMk/>
            <pc:sldMk cId="168187838" sldId="256"/>
            <ac:cxnSpMk id="26" creationId="{090D8286-0F93-25E5-0983-74C39AF8C737}"/>
          </ac:cxnSpMkLst>
        </pc:cxnChg>
        <pc:cxnChg chg="add mod topLvl">
          <ac:chgData name="Castiello de Obeso, Santiago" userId="b4fc0b8e-1f0e-417a-8aad-015961d2398a" providerId="ADAL" clId="{C25FAB43-AC81-4D30-BBBF-B325B3AF1635}" dt="2025-08-20T16:25:43.379" v="1102" actId="165"/>
          <ac:cxnSpMkLst>
            <pc:docMk/>
            <pc:sldMk cId="168187838" sldId="256"/>
            <ac:cxnSpMk id="42" creationId="{EAF93B85-5435-D751-F6FF-9C2CB132DCDF}"/>
          </ac:cxnSpMkLst>
        </pc:cxnChg>
        <pc:cxnChg chg="add mod">
          <ac:chgData name="Castiello de Obeso, Santiago" userId="b4fc0b8e-1f0e-417a-8aad-015961d2398a" providerId="ADAL" clId="{C25FAB43-AC81-4D30-BBBF-B325B3AF1635}" dt="2025-08-20T15:41:54.964" v="965" actId="1035"/>
          <ac:cxnSpMkLst>
            <pc:docMk/>
            <pc:sldMk cId="168187838" sldId="256"/>
            <ac:cxnSpMk id="79" creationId="{47F7E2B7-8123-A682-B89E-132468A344CD}"/>
          </ac:cxnSpMkLst>
        </pc:cxnChg>
      </pc:sldChg>
      <pc:sldMasterChg chg="modSp modSldLayout">
        <pc:chgData name="Castiello de Obeso, Santiago" userId="b4fc0b8e-1f0e-417a-8aad-015961d2398a" providerId="ADAL" clId="{C25FAB43-AC81-4D30-BBBF-B325B3AF1635}" dt="2025-08-20T14:41:11.752" v="2"/>
        <pc:sldMasterMkLst>
          <pc:docMk/>
          <pc:sldMasterMk cId="1568067345" sldId="2147483648"/>
        </pc:sldMasterMkLst>
        <pc:sldLayoutChg chg="modSp">
          <pc:chgData name="Castiello de Obeso, Santiago" userId="b4fc0b8e-1f0e-417a-8aad-015961d2398a" providerId="ADAL" clId="{C25FAB43-AC81-4D30-BBBF-B325B3AF1635}" dt="2025-08-20T14:41:11.752" v="2"/>
          <pc:sldLayoutMkLst>
            <pc:docMk/>
            <pc:sldMasterMk cId="1568067345" sldId="2147483648"/>
            <pc:sldLayoutMk cId="2199198883" sldId="2147483649"/>
          </pc:sldLayoutMkLst>
        </pc:sldLayoutChg>
        <pc:sldLayoutChg chg="modSp">
          <pc:chgData name="Castiello de Obeso, Santiago" userId="b4fc0b8e-1f0e-417a-8aad-015961d2398a" providerId="ADAL" clId="{C25FAB43-AC81-4D30-BBBF-B325B3AF1635}" dt="2025-08-20T14:41:11.752" v="2"/>
          <pc:sldLayoutMkLst>
            <pc:docMk/>
            <pc:sldMasterMk cId="1568067345" sldId="2147483648"/>
            <pc:sldLayoutMk cId="2131695985" sldId="2147483651"/>
          </pc:sldLayoutMkLst>
        </pc:sldLayoutChg>
        <pc:sldLayoutChg chg="modSp">
          <pc:chgData name="Castiello de Obeso, Santiago" userId="b4fc0b8e-1f0e-417a-8aad-015961d2398a" providerId="ADAL" clId="{C25FAB43-AC81-4D30-BBBF-B325B3AF1635}" dt="2025-08-20T14:41:11.752" v="2"/>
          <pc:sldLayoutMkLst>
            <pc:docMk/>
            <pc:sldMasterMk cId="1568067345" sldId="2147483648"/>
            <pc:sldLayoutMk cId="2176524092" sldId="2147483652"/>
          </pc:sldLayoutMkLst>
        </pc:sldLayoutChg>
        <pc:sldLayoutChg chg="modSp">
          <pc:chgData name="Castiello de Obeso, Santiago" userId="b4fc0b8e-1f0e-417a-8aad-015961d2398a" providerId="ADAL" clId="{C25FAB43-AC81-4D30-BBBF-B325B3AF1635}" dt="2025-08-20T14:41:11.752" v="2"/>
          <pc:sldLayoutMkLst>
            <pc:docMk/>
            <pc:sldMasterMk cId="1568067345" sldId="2147483648"/>
            <pc:sldLayoutMk cId="3698483664" sldId="2147483653"/>
          </pc:sldLayoutMkLst>
        </pc:sldLayoutChg>
        <pc:sldLayoutChg chg="modSp">
          <pc:chgData name="Castiello de Obeso, Santiago" userId="b4fc0b8e-1f0e-417a-8aad-015961d2398a" providerId="ADAL" clId="{C25FAB43-AC81-4D30-BBBF-B325B3AF1635}" dt="2025-08-20T14:41:11.752" v="2"/>
          <pc:sldLayoutMkLst>
            <pc:docMk/>
            <pc:sldMasterMk cId="1568067345" sldId="2147483648"/>
            <pc:sldLayoutMk cId="2869475276" sldId="2147483656"/>
          </pc:sldLayoutMkLst>
        </pc:sldLayoutChg>
        <pc:sldLayoutChg chg="modSp">
          <pc:chgData name="Castiello de Obeso, Santiago" userId="b4fc0b8e-1f0e-417a-8aad-015961d2398a" providerId="ADAL" clId="{C25FAB43-AC81-4D30-BBBF-B325B3AF1635}" dt="2025-08-20T14:41:11.752" v="2"/>
          <pc:sldLayoutMkLst>
            <pc:docMk/>
            <pc:sldMasterMk cId="1568067345" sldId="2147483648"/>
            <pc:sldLayoutMk cId="3529349082" sldId="2147483657"/>
          </pc:sldLayoutMkLst>
        </pc:sldLayoutChg>
        <pc:sldLayoutChg chg="modSp">
          <pc:chgData name="Castiello de Obeso, Santiago" userId="b4fc0b8e-1f0e-417a-8aad-015961d2398a" providerId="ADAL" clId="{C25FAB43-AC81-4D30-BBBF-B325B3AF1635}" dt="2025-08-20T14:41:11.752" v="2"/>
          <pc:sldLayoutMkLst>
            <pc:docMk/>
            <pc:sldMasterMk cId="1568067345" sldId="2147483648"/>
            <pc:sldLayoutMk cId="186372013" sldId="2147483659"/>
          </pc:sldLayoutMkLst>
        </pc:sldLayoutChg>
      </pc:sldMasterChg>
    </pc:docChg>
  </pc:docChgLst>
  <pc:docChgLst>
    <pc:chgData name="Castiello de Obeso, Santiago" userId="b4fc0b8e-1f0e-417a-8aad-015961d2398a" providerId="ADAL" clId="{267E4DEC-435D-4886-B394-A01799737E97}"/>
    <pc:docChg chg="undo custSel addSld modSld">
      <pc:chgData name="Castiello de Obeso, Santiago" userId="b4fc0b8e-1f0e-417a-8aad-015961d2398a" providerId="ADAL" clId="{267E4DEC-435D-4886-B394-A01799737E97}" dt="2025-08-12T15:38:29.699" v="1247" actId="21"/>
      <pc:docMkLst>
        <pc:docMk/>
      </pc:docMkLst>
      <pc:sldChg chg="addSp delSp modSp new mod">
        <pc:chgData name="Castiello de Obeso, Santiago" userId="b4fc0b8e-1f0e-417a-8aad-015961d2398a" providerId="ADAL" clId="{267E4DEC-435D-4886-B394-A01799737E97}" dt="2025-08-12T15:38:29.699" v="1247" actId="21"/>
        <pc:sldMkLst>
          <pc:docMk/>
          <pc:sldMk cId="168187838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83545"/>
            <a:ext cx="10363200" cy="35814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403057"/>
            <a:ext cx="9144000" cy="248364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575C-BB15-4FC0-9F8F-9563735AEBB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3EF5-2A85-44C9-843B-646101BDA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2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575C-BB15-4FC0-9F8F-9563735AEBB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3EF5-2A85-44C9-843B-646101BDA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46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564609"/>
            <a:ext cx="10515600" cy="4279106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884197"/>
            <a:ext cx="10515600" cy="2250281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575C-BB15-4FC0-9F8F-9563735AEBB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3EF5-2A85-44C9-843B-646101BDA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918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738438"/>
            <a:ext cx="51816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738438"/>
            <a:ext cx="51816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575C-BB15-4FC0-9F8F-9563735AEBB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3EF5-2A85-44C9-843B-646101BDA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547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47690"/>
            <a:ext cx="105156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521745"/>
            <a:ext cx="5157787" cy="123586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757613"/>
            <a:ext cx="5157787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521745"/>
            <a:ext cx="5183188" cy="123586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757613"/>
            <a:ext cx="5183188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575C-BB15-4FC0-9F8F-9563735AEBB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3EF5-2A85-44C9-843B-646101BDA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674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575C-BB15-4FC0-9F8F-9563735AEBB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3EF5-2A85-44C9-843B-646101BDA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294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575C-BB15-4FC0-9F8F-9563735AEBB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3EF5-2A85-44C9-843B-646101BDA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548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4003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81140"/>
            <a:ext cx="6172200" cy="731043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086100"/>
            <a:ext cx="3932237" cy="571738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575C-BB15-4FC0-9F8F-9563735AEBB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3EF5-2A85-44C9-843B-646101BDA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5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4003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481140"/>
            <a:ext cx="6172200" cy="7310438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086100"/>
            <a:ext cx="3932237" cy="571738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575C-BB15-4FC0-9F8F-9563735AEBB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3EF5-2A85-44C9-843B-646101BDA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488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575C-BB15-4FC0-9F8F-9563735AEBB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3EF5-2A85-44C9-843B-646101BDA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885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47688"/>
            <a:ext cx="262890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47688"/>
            <a:ext cx="773430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575C-BB15-4FC0-9F8F-9563735AEBB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3EF5-2A85-44C9-843B-646101BDA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87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47690"/>
            <a:ext cx="105156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738438"/>
            <a:ext cx="105156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9534527"/>
            <a:ext cx="2743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6575C-BB15-4FC0-9F8F-9563735AEBB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9534527"/>
            <a:ext cx="2743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8D3EF5-2A85-44C9-843B-646101BDA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88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ED3934-FB7E-E7A4-2820-4C80F76E0C1C}"/>
              </a:ext>
            </a:extLst>
          </p:cNvPr>
          <p:cNvSpPr/>
          <p:nvPr/>
        </p:nvSpPr>
        <p:spPr>
          <a:xfrm>
            <a:off x="0" y="-1"/>
            <a:ext cx="12192000" cy="102870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FF6EF-B0BA-6C95-6C00-453C4EAD3770}"/>
              </a:ext>
            </a:extLst>
          </p:cNvPr>
          <p:cNvSpPr txBox="1"/>
          <p:nvPr/>
        </p:nvSpPr>
        <p:spPr>
          <a:xfrm>
            <a:off x="1376280" y="808963"/>
            <a:ext cx="3220947" cy="17851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90 </a:t>
            </a:r>
            <a:r>
              <a:rPr 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Unaltered 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audios: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“The car engine is running”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“She cut with her knife”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“They are buying some bread”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“They took some food”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1F7B6-F479-5C37-CF30-5C4C3ADEDAEF}"/>
              </a:ext>
            </a:extLst>
          </p:cNvPr>
          <p:cNvSpPr txBox="1"/>
          <p:nvPr/>
        </p:nvSpPr>
        <p:spPr>
          <a:xfrm>
            <a:off x="6303762" y="1468517"/>
            <a:ext cx="1806905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Intelligible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Unintelligible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E5D6B9-E79C-E293-AC8B-37AC6538321E}"/>
              </a:ext>
            </a:extLst>
          </p:cNvPr>
          <p:cNvSpPr/>
          <p:nvPr/>
        </p:nvSpPr>
        <p:spPr>
          <a:xfrm>
            <a:off x="140737" y="137127"/>
            <a:ext cx="11910526" cy="66476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712B5A-08EB-A3A8-3F49-595105ED5CBE}"/>
              </a:ext>
            </a:extLst>
          </p:cNvPr>
          <p:cNvSpPr/>
          <p:nvPr/>
        </p:nvSpPr>
        <p:spPr>
          <a:xfrm>
            <a:off x="140738" y="137126"/>
            <a:ext cx="5955263" cy="33238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C66EF0-D4F9-6A08-0632-33E878A78F68}"/>
              </a:ext>
            </a:extLst>
          </p:cNvPr>
          <p:cNvSpPr/>
          <p:nvPr/>
        </p:nvSpPr>
        <p:spPr>
          <a:xfrm>
            <a:off x="140737" y="3460962"/>
            <a:ext cx="11910526" cy="33238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9899F1-A9B9-457E-3C85-0DC05E56D8F1}"/>
              </a:ext>
            </a:extLst>
          </p:cNvPr>
          <p:cNvSpPr/>
          <p:nvPr/>
        </p:nvSpPr>
        <p:spPr>
          <a:xfrm>
            <a:off x="6096002" y="137125"/>
            <a:ext cx="5955263" cy="33238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B4853D5-EF5C-4A07-1F9F-EFC2B8B9FA18}"/>
              </a:ext>
            </a:extLst>
          </p:cNvPr>
          <p:cNvSpPr/>
          <p:nvPr/>
        </p:nvSpPr>
        <p:spPr>
          <a:xfrm>
            <a:off x="6299104" y="2417786"/>
            <a:ext cx="5604480" cy="540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3D31ED-6C6D-8DD9-B4F3-5E0028134D3F}"/>
              </a:ext>
            </a:extLst>
          </p:cNvPr>
          <p:cNvSpPr txBox="1"/>
          <p:nvPr/>
        </p:nvSpPr>
        <p:spPr>
          <a:xfrm>
            <a:off x="273302" y="2957786"/>
            <a:ext cx="2641965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Intelligible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4B9926-AD93-28AE-7902-022E2D519686}"/>
              </a:ext>
            </a:extLst>
          </p:cNvPr>
          <p:cNvSpPr txBox="1"/>
          <p:nvPr/>
        </p:nvSpPr>
        <p:spPr>
          <a:xfrm>
            <a:off x="3042412" y="2957786"/>
            <a:ext cx="2921027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Unintelligible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766634-D505-DF77-049B-08C832E6A421}"/>
              </a:ext>
            </a:extLst>
          </p:cNvPr>
          <p:cNvCxnSpPr>
            <a:cxnSpLocks/>
            <a:stCxn id="2" idx="2"/>
            <a:endCxn id="21" idx="0"/>
          </p:cNvCxnSpPr>
          <p:nvPr/>
        </p:nvCxnSpPr>
        <p:spPr>
          <a:xfrm>
            <a:off x="2986753" y="2594068"/>
            <a:ext cx="1516172" cy="363719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7E1FE51-0EA1-56A4-03A0-2E9C7A676178}"/>
              </a:ext>
            </a:extLst>
          </p:cNvPr>
          <p:cNvCxnSpPr>
            <a:cxnSpLocks/>
            <a:stCxn id="2" idx="2"/>
            <a:endCxn id="20" idx="0"/>
          </p:cNvCxnSpPr>
          <p:nvPr/>
        </p:nvCxnSpPr>
        <p:spPr>
          <a:xfrm flipH="1">
            <a:off x="1594285" y="2594068"/>
            <a:ext cx="1392469" cy="363719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E194AEB-5DB6-2002-48F8-CA81443254A9}"/>
              </a:ext>
            </a:extLst>
          </p:cNvPr>
          <p:cNvSpPr txBox="1"/>
          <p:nvPr/>
        </p:nvSpPr>
        <p:spPr>
          <a:xfrm>
            <a:off x="8343145" y="1468517"/>
            <a:ext cx="145648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Unaltered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0038BE-EFBB-60D8-A847-91E4B56CE400}"/>
              </a:ext>
            </a:extLst>
          </p:cNvPr>
          <p:cNvSpPr txBox="1"/>
          <p:nvPr/>
        </p:nvSpPr>
        <p:spPr>
          <a:xfrm>
            <a:off x="10014478" y="1468517"/>
            <a:ext cx="1806905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Intelligible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Unintelligible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0B6AB4D-C449-E594-CE89-D1C2F69C0FEF}"/>
              </a:ext>
            </a:extLst>
          </p:cNvPr>
          <p:cNvGrpSpPr/>
          <p:nvPr/>
        </p:nvGrpSpPr>
        <p:grpSpPr>
          <a:xfrm>
            <a:off x="908404" y="4724610"/>
            <a:ext cx="10661164" cy="1608944"/>
            <a:chOff x="885917" y="4695542"/>
            <a:chExt cx="10661164" cy="1608944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DF9B351-0804-E185-6BBA-9EC1AC235948}"/>
                </a:ext>
              </a:extLst>
            </p:cNvPr>
            <p:cNvGrpSpPr/>
            <p:nvPr/>
          </p:nvGrpSpPr>
          <p:grpSpPr>
            <a:xfrm>
              <a:off x="4543148" y="4695542"/>
              <a:ext cx="3361699" cy="1608944"/>
              <a:chOff x="6766328" y="1292751"/>
              <a:chExt cx="3361699" cy="1608944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122733A-8324-2FBB-CC25-A26C5539236E}"/>
                  </a:ext>
                </a:extLst>
              </p:cNvPr>
              <p:cNvSpPr/>
              <p:nvPr/>
            </p:nvSpPr>
            <p:spPr>
              <a:xfrm>
                <a:off x="6766328" y="1292751"/>
                <a:ext cx="3361699" cy="160894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4DEB3DA-F058-C478-2E79-3E6148722C95}"/>
                  </a:ext>
                </a:extLst>
              </p:cNvPr>
              <p:cNvSpPr txBox="1"/>
              <p:nvPr/>
            </p:nvSpPr>
            <p:spPr>
              <a:xfrm>
                <a:off x="6766328" y="1727891"/>
                <a:ext cx="3361699" cy="73866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Could you hear speech in the audio?</a:t>
                </a:r>
              </a:p>
              <a:p>
                <a:pPr algn="ctr"/>
                <a:endParaRPr lang="en-GB" sz="1400" dirty="0">
                  <a:solidFill>
                    <a:schemeClr val="bg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GB" sz="1400" dirty="0">
                    <a:solidFill>
                      <a:schemeClr val="bg1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Press “1” for Yes	Press “0” for No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B2F6AEF-BDDE-8053-7E7D-F9EE47A4C37F}"/>
                </a:ext>
              </a:extLst>
            </p:cNvPr>
            <p:cNvGrpSpPr/>
            <p:nvPr/>
          </p:nvGrpSpPr>
          <p:grpSpPr>
            <a:xfrm>
              <a:off x="885917" y="4695542"/>
              <a:ext cx="3371258" cy="1608944"/>
              <a:chOff x="6754050" y="1292752"/>
              <a:chExt cx="3371258" cy="1608944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1E61DBF-8AAC-B83E-F07C-26AF03470526}"/>
                  </a:ext>
                </a:extLst>
              </p:cNvPr>
              <p:cNvSpPr/>
              <p:nvPr/>
            </p:nvSpPr>
            <p:spPr>
              <a:xfrm>
                <a:off x="6763609" y="1292752"/>
                <a:ext cx="3361699" cy="1608944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11CA93B-FE99-1842-2EAB-8FF41A9229DB}"/>
                  </a:ext>
                </a:extLst>
              </p:cNvPr>
              <p:cNvSpPr txBox="1"/>
              <p:nvPr/>
            </p:nvSpPr>
            <p:spPr>
              <a:xfrm>
                <a:off x="6754050" y="1943335"/>
                <a:ext cx="336169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D889822-B69C-7930-D5E3-509D33EB3010}"/>
                </a:ext>
              </a:extLst>
            </p:cNvPr>
            <p:cNvGrpSpPr/>
            <p:nvPr/>
          </p:nvGrpSpPr>
          <p:grpSpPr>
            <a:xfrm>
              <a:off x="8177878" y="4695542"/>
              <a:ext cx="3369203" cy="1608944"/>
              <a:chOff x="6754050" y="1292751"/>
              <a:chExt cx="3369203" cy="1608944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9A4FEC9-6F8A-9029-3186-FCE03E8EC9C7}"/>
                  </a:ext>
                </a:extLst>
              </p:cNvPr>
              <p:cNvSpPr/>
              <p:nvPr/>
            </p:nvSpPr>
            <p:spPr>
              <a:xfrm>
                <a:off x="6761554" y="1292751"/>
                <a:ext cx="3361699" cy="1608944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3D66840-903E-54A9-53F6-C6D2BAD052D5}"/>
                  </a:ext>
                </a:extLst>
              </p:cNvPr>
              <p:cNvSpPr txBox="1"/>
              <p:nvPr/>
            </p:nvSpPr>
            <p:spPr>
              <a:xfrm>
                <a:off x="6754050" y="1943335"/>
                <a:ext cx="336169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</a:p>
            </p:txBody>
          </p: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9E96B43-9F70-3309-49E8-70A9F8D0F128}"/>
              </a:ext>
            </a:extLst>
          </p:cNvPr>
          <p:cNvSpPr txBox="1"/>
          <p:nvPr/>
        </p:nvSpPr>
        <p:spPr>
          <a:xfrm>
            <a:off x="925468" y="4319506"/>
            <a:ext cx="336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(~1000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5C8E0B-DFB6-CF02-7C8D-5F2F090674AD}"/>
              </a:ext>
            </a:extLst>
          </p:cNvPr>
          <p:cNvSpPr txBox="1"/>
          <p:nvPr/>
        </p:nvSpPr>
        <p:spPr>
          <a:xfrm>
            <a:off x="8207869" y="4319507"/>
            <a:ext cx="336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Inter-Trial Interval (1000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A4396E-F4CD-5D3A-6773-63076CDD3E2D}"/>
              </a:ext>
            </a:extLst>
          </p:cNvPr>
          <p:cNvSpPr txBox="1"/>
          <p:nvPr/>
        </p:nvSpPr>
        <p:spPr>
          <a:xfrm>
            <a:off x="4560199" y="4319507"/>
            <a:ext cx="336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(~1200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97538E6-658E-3AE5-79CF-108F80BA51E4}"/>
              </a:ext>
            </a:extLst>
          </p:cNvPr>
          <p:cNvSpPr txBox="1"/>
          <p:nvPr/>
        </p:nvSpPr>
        <p:spPr>
          <a:xfrm>
            <a:off x="6096002" y="152439"/>
            <a:ext cx="5955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Task Structure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6BF91E-ABCC-EA24-E3C5-79F8B334DCBA}"/>
              </a:ext>
            </a:extLst>
          </p:cNvPr>
          <p:cNvSpPr txBox="1"/>
          <p:nvPr/>
        </p:nvSpPr>
        <p:spPr>
          <a:xfrm>
            <a:off x="140738" y="148504"/>
            <a:ext cx="5955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     Stimuli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477101-3733-7C00-3B7E-14A8B52AA864}"/>
              </a:ext>
            </a:extLst>
          </p:cNvPr>
          <p:cNvSpPr txBox="1"/>
          <p:nvPr/>
        </p:nvSpPr>
        <p:spPr>
          <a:xfrm>
            <a:off x="140737" y="3473228"/>
            <a:ext cx="1191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   Trial Structure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CD4FB3-BC00-927F-F754-A3251B9C13B0}"/>
              </a:ext>
            </a:extLst>
          </p:cNvPr>
          <p:cNvSpPr txBox="1"/>
          <p:nvPr/>
        </p:nvSpPr>
        <p:spPr>
          <a:xfrm>
            <a:off x="6300149" y="1062273"/>
            <a:ext cx="1889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9F420F5-9897-0236-CA81-BB3B2FDB68F1}"/>
              </a:ext>
            </a:extLst>
          </p:cNvPr>
          <p:cNvSpPr txBox="1"/>
          <p:nvPr/>
        </p:nvSpPr>
        <p:spPr>
          <a:xfrm>
            <a:off x="10014479" y="1058275"/>
            <a:ext cx="1889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0558425-8B36-EB3C-AF0C-72699982A147}"/>
              </a:ext>
            </a:extLst>
          </p:cNvPr>
          <p:cNvSpPr txBox="1"/>
          <p:nvPr/>
        </p:nvSpPr>
        <p:spPr>
          <a:xfrm>
            <a:off x="8643049" y="1062273"/>
            <a:ext cx="8964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52F57F2-4866-5CD1-0154-9E1008BAFEC6}"/>
              </a:ext>
            </a:extLst>
          </p:cNvPr>
          <p:cNvSpPr txBox="1"/>
          <p:nvPr/>
        </p:nvSpPr>
        <p:spPr>
          <a:xfrm>
            <a:off x="4560199" y="6333553"/>
            <a:ext cx="3352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 response</a:t>
            </a:r>
            <a:endParaRPr lang="en-GB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E2F3593-AD48-B3B7-0942-AE0637F0D35D}"/>
              </a:ext>
            </a:extLst>
          </p:cNvPr>
          <p:cNvSpPr txBox="1"/>
          <p:nvPr/>
        </p:nvSpPr>
        <p:spPr>
          <a:xfrm>
            <a:off x="6299104" y="2829818"/>
            <a:ext cx="5604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duration (~17 min)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 descr="Volume with solid fill">
            <a:extLst>
              <a:ext uri="{FF2B5EF4-FFF2-40B4-BE49-F238E27FC236}">
                <a16:creationId xmlns:a16="http://schemas.microsoft.com/office/drawing/2014/main" id="{D9CF7833-1816-7CBB-F290-CA94F7C48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3730" y="4719616"/>
            <a:ext cx="748874" cy="7488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F36187-32C1-4B57-5E4F-EC306D8DFA5C}"/>
              </a:ext>
            </a:extLst>
          </p:cNvPr>
          <p:cNvSpPr/>
          <p:nvPr/>
        </p:nvSpPr>
        <p:spPr>
          <a:xfrm>
            <a:off x="140728" y="6798780"/>
            <a:ext cx="11910526" cy="33238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3E248B-7D20-0675-3816-AE14E231FD00}"/>
              </a:ext>
            </a:extLst>
          </p:cNvPr>
          <p:cNvSpPr txBox="1"/>
          <p:nvPr/>
        </p:nvSpPr>
        <p:spPr>
          <a:xfrm>
            <a:off x="140728" y="6784797"/>
            <a:ext cx="1191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   Analytic Strategy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565B875-B632-6534-0AE2-C2320BDB7CE3}"/>
              </a:ext>
            </a:extLst>
          </p:cNvPr>
          <p:cNvGrpSpPr/>
          <p:nvPr/>
        </p:nvGrpSpPr>
        <p:grpSpPr>
          <a:xfrm>
            <a:off x="1584692" y="7578194"/>
            <a:ext cx="4742828" cy="2391285"/>
            <a:chOff x="556494" y="7614526"/>
            <a:chExt cx="4742828" cy="2391285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90D8286-0F93-25E5-0983-74C39AF8C737}"/>
                </a:ext>
              </a:extLst>
            </p:cNvPr>
            <p:cNvCxnSpPr>
              <a:cxnSpLocks/>
            </p:cNvCxnSpPr>
            <p:nvPr/>
          </p:nvCxnSpPr>
          <p:spPr>
            <a:xfrm>
              <a:off x="2231708" y="7936734"/>
              <a:ext cx="1615170" cy="0"/>
            </a:xfrm>
            <a:prstGeom prst="straightConnector1">
              <a:avLst/>
            </a:prstGeom>
            <a:ln w="1905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 descr="A diagram of a function&#10;&#10;AI-generated content may be incorrect.">
              <a:extLst>
                <a:ext uri="{FF2B5EF4-FFF2-40B4-BE49-F238E27FC236}">
                  <a16:creationId xmlns:a16="http://schemas.microsoft.com/office/drawing/2014/main" id="{9E84B8F9-CCB6-5F05-E00F-2DCC0455A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494" y="8037960"/>
              <a:ext cx="4742828" cy="1580447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F546FF0-5771-730B-76B1-964D1D267A94}"/>
                </a:ext>
              </a:extLst>
            </p:cNvPr>
            <p:cNvSpPr txBox="1"/>
            <p:nvPr/>
          </p:nvSpPr>
          <p:spPr>
            <a:xfrm>
              <a:off x="2825782" y="7614526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d’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FB4B392-1988-F20D-1B86-0D9C5A701D80}"/>
                </a:ext>
              </a:extLst>
            </p:cNvPr>
            <p:cNvSpPr txBox="1"/>
            <p:nvPr/>
          </p:nvSpPr>
          <p:spPr>
            <a:xfrm rot="2938651">
              <a:off x="3841245" y="8745269"/>
              <a:ext cx="10118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Intelligible</a:t>
              </a:r>
              <a:endParaRPr lang="en-GB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D3EF65-49C2-8592-8649-52A02108AB5E}"/>
                </a:ext>
              </a:extLst>
            </p:cNvPr>
            <p:cNvSpPr txBox="1"/>
            <p:nvPr/>
          </p:nvSpPr>
          <p:spPr>
            <a:xfrm rot="18399813">
              <a:off x="1112945" y="8632424"/>
              <a:ext cx="1220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Unintelligible</a:t>
              </a:r>
              <a:endParaRPr lang="en-GB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D9DB228-5B04-D258-E5F6-5CE5336CDB6B}"/>
                </a:ext>
              </a:extLst>
            </p:cNvPr>
            <p:cNvSpPr txBox="1"/>
            <p:nvPr/>
          </p:nvSpPr>
          <p:spPr>
            <a:xfrm>
              <a:off x="1819637" y="9667257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AF93B85-5435-D751-F6FF-9C2CB132DC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1693" y="9416418"/>
              <a:ext cx="735474" cy="339281"/>
            </a:xfrm>
            <a:prstGeom prst="straightConnector1">
              <a:avLst/>
            </a:prstGeom>
            <a:ln w="19050">
              <a:gradFill>
                <a:gsLst>
                  <a:gs pos="0">
                    <a:schemeClr val="tx1"/>
                  </a:gs>
                  <a:gs pos="100000">
                    <a:srgbClr val="FF0000"/>
                  </a:gs>
                </a:gsLst>
                <a:lin ang="5400000" scaled="1"/>
              </a:gra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04805A72-02AE-06EC-D359-9C8EFCC4CF50}"/>
              </a:ext>
            </a:extLst>
          </p:cNvPr>
          <p:cNvSpPr txBox="1"/>
          <p:nvPr/>
        </p:nvSpPr>
        <p:spPr>
          <a:xfrm>
            <a:off x="411385" y="7825030"/>
            <a:ext cx="19623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Detection 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(SDT)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1F7AF1-D900-B5AB-18EA-8BB49A03F6CF}"/>
              </a:ext>
            </a:extLst>
          </p:cNvPr>
          <p:cNvSpPr txBox="1"/>
          <p:nvPr/>
        </p:nvSpPr>
        <p:spPr>
          <a:xfrm>
            <a:off x="10026300" y="7552042"/>
            <a:ext cx="1416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54" descr="A diagram of a function&#10;&#10;AI-generated content may be incorrect.">
            <a:extLst>
              <a:ext uri="{FF2B5EF4-FFF2-40B4-BE49-F238E27FC236}">
                <a16:creationId xmlns:a16="http://schemas.microsoft.com/office/drawing/2014/main" id="{882C2182-7030-2525-6327-032A52C1AF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074" y="7953906"/>
            <a:ext cx="1620507" cy="5400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7892E48B-CA6E-D1E0-F18C-E3B30C2AF7C6}"/>
              </a:ext>
            </a:extLst>
          </p:cNvPr>
          <p:cNvSpPr txBox="1"/>
          <p:nvPr/>
        </p:nvSpPr>
        <p:spPr>
          <a:xfrm>
            <a:off x="7541612" y="7530655"/>
            <a:ext cx="1416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Picture 56" descr="A diagram of a function&#10;&#10;AI-generated content may be incorrect.">
            <a:extLst>
              <a:ext uri="{FF2B5EF4-FFF2-40B4-BE49-F238E27FC236}">
                <a16:creationId xmlns:a16="http://schemas.microsoft.com/office/drawing/2014/main" id="{DEBA9BFA-795F-82CE-F4ED-AE336734D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386" y="7932519"/>
            <a:ext cx="1620507" cy="54000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3FD66E4F-24A3-9A31-CD12-66A26A91D802}"/>
              </a:ext>
            </a:extLst>
          </p:cNvPr>
          <p:cNvSpPr txBox="1"/>
          <p:nvPr/>
        </p:nvSpPr>
        <p:spPr>
          <a:xfrm>
            <a:off x="8783955" y="6950122"/>
            <a:ext cx="1416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Versus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47F7E2B7-8123-A682-B89E-132468A344CD}"/>
              </a:ext>
            </a:extLst>
          </p:cNvPr>
          <p:cNvCxnSpPr>
            <a:stCxn id="56" idx="0"/>
            <a:endCxn id="54" idx="0"/>
          </p:cNvCxnSpPr>
          <p:nvPr/>
        </p:nvCxnSpPr>
        <p:spPr>
          <a:xfrm rot="16200000" flipH="1">
            <a:off x="9481289" y="6299004"/>
            <a:ext cx="21387" cy="2484688"/>
          </a:xfrm>
          <a:prstGeom prst="curvedConnector3">
            <a:avLst>
              <a:gd name="adj1" fmla="val -1068874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20576F3-E2CA-76C9-BF07-E0D053B115FF}"/>
              </a:ext>
            </a:extLst>
          </p:cNvPr>
          <p:cNvSpPr txBox="1"/>
          <p:nvPr/>
        </p:nvSpPr>
        <p:spPr>
          <a:xfrm>
            <a:off x="7063826" y="8654839"/>
            <a:ext cx="4749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d’ = Sensitivity or Discrimination 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 = Response Threshold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P(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‘yes’ 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unintelligible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False Alarm Rate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P(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‘yes’ 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intelligible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Hit Rate</a:t>
            </a:r>
          </a:p>
        </p:txBody>
      </p:sp>
    </p:spTree>
    <p:extLst>
      <p:ext uri="{BB962C8B-B14F-4D97-AF65-F5344CB8AC3E}">
        <p14:creationId xmlns:p14="http://schemas.microsoft.com/office/powerpoint/2010/main" val="16818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8cbebb-2139-4df8-b411-4e3e87abeb5c}" enabled="0" method="" siteId="{dd8cbebb-2139-4df8-b411-4e3e87abeb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1676</TotalTime>
  <Words>187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Castiello de Obeso, Santiago</dc:creator>
  <cp:lastModifiedBy>Castiello de Obeso, Santiago</cp:lastModifiedBy>
  <cp:revision>1</cp:revision>
  <dcterms:created xsi:type="dcterms:W3CDTF">2025-08-11T21:03:11Z</dcterms:created>
  <dcterms:modified xsi:type="dcterms:W3CDTF">2025-09-12T15:11:49Z</dcterms:modified>
</cp:coreProperties>
</file>